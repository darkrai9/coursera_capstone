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503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71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3934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2040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5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88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345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202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269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95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1070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0866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797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991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2869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71555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6209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F1FE4C-C78F-49C4-8153-8A23F98E9A4A}" type="datetimeFigureOut">
              <a:rPr lang="en-IN" smtClean="0"/>
              <a:t>19-05-2020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262FF7-9E26-4320-9C2B-C99B512389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45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D790B-6E19-4C15-92B6-416C0AAD2D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Classification of Moscow Metro Station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D5BA7-F560-4450-8BD9-1F47523521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380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D671A-BB7E-4AA1-98A5-1B4A51C50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26658-CD5D-46F0-A716-264147845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Moscow Metro station data from </a:t>
            </a:r>
            <a:r>
              <a:rPr lang="en-US" dirty="0" err="1"/>
              <a:t>wikepedia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Foursquare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2247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D9842-8CB7-486B-AF0D-EDACB06A2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0D25C-EB2D-4D99-AD91-DC04584B3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Moscow Metro Data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CD317-B164-4951-8AE4-3FECF8316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666" y="3033878"/>
            <a:ext cx="7670333" cy="3824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681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2F6A4-8421-4011-A349-D7EAD9BA2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8B077-7377-4506-B10A-1B07395B3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Foursquare Data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E6BCAD-CFCF-4DE5-9F84-7F7235BB5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6029" y="2438400"/>
            <a:ext cx="8065971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60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9D29A-9F32-4EE8-93F5-DE7FCB7FC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Venues Categories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D60F2-9535-4A08-B0C1-F64AB829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Arts &amp; Entertainment,</a:t>
            </a:r>
          </a:p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College &amp; University,</a:t>
            </a:r>
          </a:p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Event,</a:t>
            </a:r>
          </a:p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Food,</a:t>
            </a:r>
          </a:p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Nightlife Spot,</a:t>
            </a:r>
          </a:p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Outdoors &amp; Recreation,</a:t>
            </a:r>
          </a:p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Professional &amp; Other Places</a:t>
            </a:r>
          </a:p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Residence</a:t>
            </a:r>
          </a:p>
          <a:p>
            <a:pPr marL="457200" lvl="0" indent="-457200" fontAlgn="base" latinLnBrk="1">
              <a:buFont typeface="+mj-lt"/>
              <a:buAutoNum type="arabicPeriod"/>
            </a:pPr>
            <a:r>
              <a:rPr lang="en-IN" dirty="0"/>
              <a:t>Shop &amp; Service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Travel &amp; Transport</a:t>
            </a:r>
          </a:p>
        </p:txBody>
      </p:sp>
    </p:spTree>
    <p:extLst>
      <p:ext uri="{BB962C8B-B14F-4D97-AF65-F5344CB8AC3E}">
        <p14:creationId xmlns:p14="http://schemas.microsoft.com/office/powerpoint/2010/main" val="1687204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2F98-8157-4EB6-B30E-31DCCB740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273E6-9B00-4F7B-B387-38F2EFF06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start with scraping Wikipedia page and collect Moscow metro station data. And remove unnecessary data.</a:t>
            </a:r>
          </a:p>
          <a:p>
            <a:r>
              <a:rPr lang="en-US" dirty="0"/>
              <a:t>Using Foursquare API, I have fetch query of categories of venues. There are main ten types of categories. They are main types of categories. All ten categories contain sub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699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3320-9136-4A01-9F62-7C289C16B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A3D13A1-00C1-4889-B16F-44980AA61D6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0" y="1866899"/>
            <a:ext cx="10285443" cy="530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8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A1F96-30FB-44EF-8F98-C6884FF03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Map </a:t>
            </a:r>
            <a:r>
              <a:rPr lang="en-US" dirty="0" err="1"/>
              <a:t>Reperesentation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B7B00-44EA-4443-AAE9-7BA6FC55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14D598-CE07-463F-AF47-1C0D6295FE7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854" y="2727325"/>
            <a:ext cx="10084108" cy="3983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306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FD3B0-B820-490B-B1BD-0C3A5DF67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475" y="3286388"/>
            <a:ext cx="10018713" cy="1752599"/>
          </a:xfrm>
        </p:spPr>
        <p:txBody>
          <a:bodyPr/>
          <a:lstStyle/>
          <a:p>
            <a:r>
              <a:rPr lang="en-US" dirty="0"/>
              <a:t>The END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F600C-FB83-4AA2-8C86-91BF4C923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3347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11</TotalTime>
  <Words>112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Corbel</vt:lpstr>
      <vt:lpstr>Parallax</vt:lpstr>
      <vt:lpstr>Classification of Moscow Metro Station</vt:lpstr>
      <vt:lpstr>Datasets</vt:lpstr>
      <vt:lpstr>Datasets</vt:lpstr>
      <vt:lpstr>Datasets</vt:lpstr>
      <vt:lpstr>Venues Categories</vt:lpstr>
      <vt:lpstr>Methodology</vt:lpstr>
      <vt:lpstr>Results</vt:lpstr>
      <vt:lpstr>Map Reperesentation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Classification of Moscow Metro Station</dc:title>
  <dc:creator>Jay Tilala</dc:creator>
  <cp:lastModifiedBy>Jay Tilala</cp:lastModifiedBy>
  <cp:revision>3</cp:revision>
  <dcterms:created xsi:type="dcterms:W3CDTF">2020-05-19T13:29:09Z</dcterms:created>
  <dcterms:modified xsi:type="dcterms:W3CDTF">2020-05-19T13:40:39Z</dcterms:modified>
</cp:coreProperties>
</file>